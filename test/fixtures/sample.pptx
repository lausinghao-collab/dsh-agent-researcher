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年度回顾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科创50 上涨 64.25%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